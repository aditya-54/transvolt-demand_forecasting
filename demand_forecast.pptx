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996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 8-Week  Summary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585216"/>
            <a:ext cx="8412480" cy="1371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75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Told Us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37490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demand is 74 units across all SKU-store pairs; occasional spikes skew the distribution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meaningful calendar seasonality: demand holds flat across days of the week and months of the year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SKU identity drive most variation between combinations, confirmed by heat map analysis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lifted demand but appeared only 13 times; too sparse for a reliable statistical estimate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20665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065002"/>
              </p:ext>
            </p:extLst>
          </p:nvPr>
        </p:nvGraphicFramePr>
        <p:xfrm>
          <a:off x="365760" y="2313432"/>
          <a:ext cx="3749040" cy="13258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20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0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5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 (selected)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5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5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5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0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avg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0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0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0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81178" y="4123944"/>
            <a:ext cx="38016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3.1-unit error on 74-unit days gives procurement a reliable signal to right-size orders and reduce write-offs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rolling forecasts remove single-planner dependency; collecting promotions is the top next step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343400" y="6675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  </a:t>
            </a:r>
            <a:endParaRPr lang="en-US" sz="10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914400"/>
            <a:ext cx="4434840" cy="2578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3529584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closely track actual demand across the 6-month test window. Gaps at sharp spikes relate mainly to unlogged promotions. The ensemble (green dashed) smooths XGBoost outliers and is the more conservative operational choice.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343400" y="4169664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206240" y="667512"/>
            <a:ext cx="13716" cy="37490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5760" y="4407408"/>
            <a:ext cx="20413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489454" y="4407408"/>
            <a:ext cx="20413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613148" y="4407408"/>
            <a:ext cx="20413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736842" y="4407408"/>
            <a:ext cx="20413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E5724D-9BAC-BEB2-E36A-AADA737B031D}"/>
              </a:ext>
            </a:extLst>
          </p:cNvPr>
          <p:cNvSpPr txBox="1"/>
          <p:nvPr/>
        </p:nvSpPr>
        <p:spPr>
          <a:xfrm>
            <a:off x="281178" y="3832698"/>
            <a:ext cx="29224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Business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182</Words>
  <Application>Microsoft Office PowerPoint</Application>
  <PresentationFormat>On-screen Show (16:9)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Aditya Sharma</cp:lastModifiedBy>
  <cp:revision>3</cp:revision>
  <dcterms:created xsi:type="dcterms:W3CDTF">2026-06-28T02:16:55Z</dcterms:created>
  <dcterms:modified xsi:type="dcterms:W3CDTF">2026-06-28T02:24:32Z</dcterms:modified>
</cp:coreProperties>
</file>